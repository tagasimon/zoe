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Workflow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Report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Technologies Ltd  ·  11 March 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1828800" cy="118872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3566160"/>
            <a:ext cx="1828800" cy="118872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74320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3566160"/>
            <a:ext cx="1828800" cy="118872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84632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3566160"/>
            <a:ext cx="1828800" cy="118872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94944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Patterns Found This Week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Simon repeatedly asked Claude to do across 6 sessions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triage / inbox check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298448"/>
            <a:ext cx="548640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29844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98448"/>
            <a:ext cx="13716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984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friction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8595360" cy="566928"/>
          </a:xfrm>
          <a:prstGeom prst="rect">
            <a:avLst/>
          </a:prstGeom>
          <a:solidFill>
            <a:srgbClr val="EEF2FA"/>
          </a:solidFill>
          <a:ln w="12700">
            <a:solidFill>
              <a:srgbClr val="D1D9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87452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19202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analysis → PPTX presentation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1938528"/>
            <a:ext cx="548640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938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2+×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1938528"/>
            <a:ext cx="13716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19385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friction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46888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5146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25603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skills do I need?"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2240" y="2578608"/>
            <a:ext cx="548640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57860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0" y="2578608"/>
            <a:ext cx="13716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25786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friction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108960"/>
            <a:ext cx="8595360" cy="566928"/>
          </a:xfrm>
          <a:prstGeom prst="rect">
            <a:avLst/>
          </a:prstGeom>
          <a:solidFill>
            <a:srgbClr val="EEF2FA"/>
          </a:solidFill>
          <a:ln w="12700">
            <a:solidFill>
              <a:srgbClr val="D1D9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1546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32004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StatusCash dev setup &amp; guidance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3218688"/>
            <a:ext cx="548640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21868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0" y="3218688"/>
            <a:ext cx="13716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3218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friction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74904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79476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05840" y="38404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CLI auth issues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92240" y="3858768"/>
            <a:ext cx="548640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8587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0" y="3858768"/>
            <a:ext cx="13716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38587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friction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389120"/>
            <a:ext cx="8595360" cy="566928"/>
          </a:xfrm>
          <a:prstGeom prst="rect">
            <a:avLst/>
          </a:prstGeom>
          <a:solidFill>
            <a:srgbClr val="EEF2FA"/>
          </a:solidFill>
          <a:ln w="12700">
            <a:solidFill>
              <a:srgbClr val="D1D9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43484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05840" y="44805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research on client websites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492240" y="4498848"/>
            <a:ext cx="548640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449884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315200" y="4498848"/>
            <a:ext cx="13716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0" y="4498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friction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to Build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repeating workflows that are ready to become skills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9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`email-triage`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49440" y="1298448"/>
            <a:ext cx="164592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12984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166420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Gmail via gws, sort by urgency (proposals &gt; personal &gt; newsletters), surface what needs a reply, create Google Tasks. Appeared in 2 sessions this week.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1097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9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2316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`dev-session-handoff`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0" y="2532888"/>
            <a:ext cx="164592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5328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 session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289864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StatusCash codebase state (routes, migrations, TODOs) and outputs a "here's where we are / what's next" briefing. Eliminates context re-explaining.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9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65760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`website-to-pitch`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49440" y="3767328"/>
            <a:ext cx="164592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37673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prospecting call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413308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 URL → run marketing analysis → output PPTX in one step. Simon currently does this as two separate commands every time.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Skills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and automation worth investigating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3840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Plugin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MCP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gws CLI entirely.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hit auth friction in 2 of 6 sessions — SSL errors and Google verification blocks.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MCP server for Gmail + Tasks + Drive would make email, calendar, and task management seamless from any session.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14300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143000"/>
            <a:ext cx="3840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proposal-agent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1488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 proposal creation.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the company → pull brand assets → generate a full proposal → export as PDF → create a follow-up task in Google Tasks.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 one run. No manual steps.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Suggested Next Actions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162050"/>
          </a:solidFill>
          <a:ln w="12700">
            <a:solidFill>
              <a:srgbClr val="2A3B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89888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89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307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email-triage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6916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frequency this week (2 sessions). gws is working. Would save time daily.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162050"/>
          </a:solidFill>
          <a:ln w="12700">
            <a:solidFill>
              <a:srgbClr val="2A3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624328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24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54203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dev-session-handoff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9260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StatusCash is the main active build. Every session loses time re-establishing context.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162050"/>
          </a:solidFill>
          <a:ln w="12700">
            <a:solidFill>
              <a:srgbClr val="2A3B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858768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858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77647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Google Workspace MCP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1605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eliminate recurring auth friction and power email-triage + future calendar features.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 · Elastic Technologies Ltd · Brain Scan — 2026-03-11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Workflow Discovery — 2026-03-11</dc:title>
  <dc:subject>PptxGenJS Presentation</dc:subject>
  <dc:creator>Zoe / Elastic Technologies</dc:creator>
  <cp:lastModifiedBy>Zoe / Elastic Technologies</cp:lastModifiedBy>
  <cp:revision>1</cp:revision>
  <dcterms:created xsi:type="dcterms:W3CDTF">2026-03-10T22:30:27Z</dcterms:created>
  <dcterms:modified xsi:type="dcterms:W3CDTF">2026-03-10T22:30:27Z</dcterms:modified>
</cp:coreProperties>
</file>